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BC8C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⛓️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去中心化投票系统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A6FF"/>
                </a:solidFill>
              </a:rPr>
              <a:t>基于以太坊智能合约 + SpringBoot + Vue3 全栈 DApp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26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课程设计答辩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2026年6月  |  区块链技术与应用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377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</a:rPr>
              <a:t>🔍 痛点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传统投票存在暗箱操作、数据篡改、结果不透明等问题，缺乏公信力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2377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</a:rPr>
              <a:t>🎯 目标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1874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构建链上存储、不可篡改、公开可验证的去中心化投票平台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2377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</a:rPr>
              <a:t>💡 方案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1874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混合架构 — 写操作直接上链保证不可篡改，读操作走后端索引提升体验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FB950"/>
                </a:solidFill>
              </a:rPr>
              <a:t>所有投票数据上链存储，结果不可篡改，匿名可追溯，公开可验证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43000"/>
            <a:ext cx="64008" cy="10972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</a:rPr>
              <a:t>表现层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1216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Vue 3 + Vite + Element Plus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5819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MetaMask 钱包交互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ECharts 实时图表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ethers.js 合约调用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22402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23160"/>
            <a:ext cx="64008" cy="10972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</a:rPr>
              <a:t>业务层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SpringBoot 2.7 + MyBatis-Plus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8620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JWT 钱包认证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Web3j 事件监听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MySQL + 内存缓存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520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03320"/>
            <a:ext cx="64008" cy="109728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8166"/>
                </a:solidFill>
              </a:rPr>
              <a:t>数据层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0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Solidity + Hardhat + 以太坊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1422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投票创建/投票上链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链上唯一真相源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事件驱动同步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核心技术栈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8166"/>
                </a:solidFill>
              </a:rPr>
              <a:t>智能合约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Solidity ^0.8.20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Hardhat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Ethers.js v6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Chai 测试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402336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</a:rPr>
              <a:t>后端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SpringBoot 2.7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MyBatis-Plus 3.5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Web3j 4.10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MySQL 8 + 内存缓存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02336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17520"/>
            <a:ext cx="402336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</a:rPr>
              <a:t>前端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Vue 3 + Vite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Element Plus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ECharts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Pinia 状态管理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402336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017520"/>
            <a:ext cx="402336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8CFF"/>
                </a:solidFill>
              </a:rPr>
              <a:t>工具链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611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MetaMask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Git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npm / Maven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Vercel 部署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智能合约设计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8166"/>
                </a:solidFill>
              </a:rPr>
              <a:t>VotingContract.sol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数据结构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  Poll { id, creator, title, options[], time }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  mapping(hasVoted, voteCounts)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核心函数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  createPoll(title, desc, opts, dur) → id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  vote(pollId, optionIndex)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  getPollInfo / getVoteCounts (view)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  getHasVoted / isPollActive (view)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事件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  PollCreated(pollId, creator, endTime)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  VoteCasted(pollId, voter, optionIndex)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7492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</a:rPr>
              <a:t>设计原则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7492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🔒  不可篡改 — 无 update/delete 函数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492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👁️  公开可验证 — 所有数据链上存储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🛡️  防重复投票 — mapping 标记状态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⏱️  时间约束 — 投票期内有效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📡  事件驱动 — emit 通知链下同步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✅  10 个测试用例全覆盖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后端架构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0292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</a:rPr>
                        <a:t>方法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</a:rPr>
                        <a:t>路径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</a:rPr>
                        <a:t>说明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</a:rPr>
                        <a:t>POST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</a:rPr>
                        <a:t>/api/auth/nonce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</a:rPr>
                        <a:t>获取 MetaMask 登录随机数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</a:rPr>
                        <a:t>POST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</a:rPr>
                        <a:t>/api/auth/login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</a:rPr>
                        <a:t>验证签名，返回 JWT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</a:rPr>
                        <a:t>/api/polls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</a:rPr>
                        <a:t>投票列表 (MySQL 分页)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</a:rPr>
                        <a:t>/api/polls/{id}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</a:rPr>
                        <a:t>投票详情 + 实时票数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</a:rPr>
                        <a:t>POST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</a:rPr>
                        <a:t>/api/polls/sync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</a:rPr>
                        <a:t>上链后同步到数据库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</a:rPr>
                        <a:t>/api/polls/{id}/verify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</a:rPr>
                        <a:t>链上 vs 数据库 比对验证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97280"/>
            <a:ext cx="292608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</a:rPr>
              <a:t>事件监听同步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0" y="160020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Web3j ethLogFlowable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PollCreated → MySQL insert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VoteCasted → 缓存 + 数据库更新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• EARLIEST → LATEST 全量监听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• 异步单线程处理，不阻塞启动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缓存策略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poll:{id}:vote_counts (Hash)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poll:{id}:voters (Set)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user:nonce:{addr} (String + TTL)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25296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252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170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投票列表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首页展示所有投票卡片，分页加载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56816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568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/poll/:id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投票详情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ECharts 柱状图 + 实时票数 + 投票操作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502920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688336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883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/create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创建投票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2880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填写表单 → MetaMask 签名 → 上链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502920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419856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0D111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198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/verify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链上验证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3611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输入 ID 对比链上与数据库数据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502920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151376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0D111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513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/profile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个人中心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0312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JWT 认证，钱包地址展示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1097280"/>
            <a:ext cx="2926080" cy="3383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8166"/>
                </a:solidFill>
              </a:rPr>
              <a:t>钱包交互流程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94360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</a:rPr>
              <a:t>① MetaMask 连接钱包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1901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</a:rPr>
              <a:t>② 获取 nonce 随机数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226771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</a:rPr>
              <a:t>③ personal_sign 签名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263347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</a:rPr>
              <a:t>④ 后端验证 → JWT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299923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⑤ ethers.js 调用合约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336499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│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⑥ tx.wait() 确认上链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37307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│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43600" y="3840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⑦ 通知后端同步数据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混合模式数据流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166"/>
                </a:solidFill>
              </a:rPr>
              <a:t>✏️ 写操作 (createPoll / vote)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1. 用户在浏览器填写表单 / 选择选项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039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2. ethers.js 构建合约调用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3. MetaMask 弹出签名确认窗口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734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4. 用户签名 → 广播交易到以太坊网络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081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5. 矿工打包 → 返回 txHash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6. 前端拿 txHash 调 POST /sync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7. 后端从链上读取数据 → MySQL + 缓存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📖 读操作 (列表 / 详情)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1. 前端 axios → SpringBoot API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039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2. 后端先查缓存 (内存)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3. 缓存 miss → 查 MySQL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734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4. 回写缓存 + 返回 JSON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081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5. 前端 ECharts 渲染图表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用户也可直接 ethers.js 读合约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4123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→ 用于「链上验证」功能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本地部署方案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07008"/>
            <a:ext cx="365760" cy="365760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124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启动 Hardhat 节点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99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cd contracts &amp;&amp; npx hardhat node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234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8166"/>
                </a:solidFill>
              </a:rPr>
              <a:t>localhost:8545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822960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837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部署智能合约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1122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npx hardhat run scripts/deploy.js --network localhost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19476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8166"/>
                </a:solidFill>
              </a:rPr>
              <a:t>→ 获取合约地址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822960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633472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551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初始化数据库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8254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执行 init.sql → 建表 polls / users / poll_results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6609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MySQL 3306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36976"/>
            <a:ext cx="822960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346704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264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启动后端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5387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mvn spring-boot:run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3741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localhost:8080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50208"/>
            <a:ext cx="822960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059936"/>
            <a:ext cx="365760" cy="3657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启动前端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4251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npm run dev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4087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localhost:5173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8229600" cy="4572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⚠ 所有服务均在本地运行，Hardhat 提供 20 个预存 10000 ETH 的测试账户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功能演示要点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钱包连接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MetaMask 连接 → 签名登录 → JWT 认证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02336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创建投票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填写表单 → MetaMask 签名 → txHash 确认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🗳️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5800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投票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实时 ECharts 图表 → 选选项 → 链上交易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8872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实时统计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投票后立即刷新图表，票数自动同步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01752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02336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链上验证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2044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对比合约数据与数据库，确保一致性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01752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5800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多人协作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508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同一局域网内，多人可同时投票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技术亮点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10515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混合架构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写操作直接上链保证不可篡改，读操作走后端索引提升性能，兼顾安全与体验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64008" cy="10515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事件驱动同步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Web3j 监听 PollCreated / VoteCasted 事件，自动同步 MySQL + 缓存，链上为唯一真相源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02336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77440"/>
            <a:ext cx="64008" cy="10515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钱包签名认证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MetaMask personal_sign 签名 + nonce 防重放，无需密码即可安全登录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402336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377440"/>
            <a:ext cx="64008" cy="10515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EIP-712 风格签名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用户明确看到签名内容 'Login to DApp Voting: {nonce}'，防止盲签攻击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402336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64008" cy="10515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链上验证机制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前端可独立通过 ethers.js 读合约，与后端数据对比，任何人可验证数据真实性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02336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657600"/>
            <a:ext cx="64008" cy="10515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模块化设计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4114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合约 / 后端 / 前端三层独立，合约可单独测试部署，后端可替换缓存方案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BC8C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743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</a:rPr>
              <a:t>已完成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✓  Solidity 合约 + 10 个测试用例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✓  SpringBoot 6 个 API 端点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✓  Vue3 5 个页面 + 3 个组件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✓  Web3j 事件监听 + 数据同步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023360" cy="2743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4023360" cy="4572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8166"/>
                </a:solidFill>
              </a:rPr>
              <a:t>待优化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✓  部署至 Sepolia 公测网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✓  前端部署至 Vercel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✓  后端部署至 Render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✓  Redis 替换内存缓存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8A6FF"/>
                </a:solidFill>
              </a:rPr>
              <a:t>谢谢！欢迎提问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去中心化投票系统 — 课程设计答辩</dc:title>
  <dc:subject>PptxGenJS Presentation</dc:subject>
  <dc:creator>Voting DApp Team</dc:creator>
  <cp:lastModifiedBy>Voting DApp Team</cp:lastModifiedBy>
  <cp:revision>1</cp:revision>
  <dcterms:created xsi:type="dcterms:W3CDTF">2026-06-10T12:40:52Z</dcterms:created>
  <dcterms:modified xsi:type="dcterms:W3CDTF">2026-06-10T12:40:52Z</dcterms:modified>
</cp:coreProperties>
</file>